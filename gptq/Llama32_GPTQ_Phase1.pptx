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algun Gothic"/>
              </a:rPr>
              <a:t>Llama 3.2 11B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BB5D4"/>
                </a:solidFill>
                <a:latin typeface="Malgun Gothic"/>
              </a:rPr>
              <a:t>GPTQ 4bit 양자화 — Jetson Orin Nano 배포 (Phase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F9AC0"/>
                </a:solidFill>
                <a:latin typeface="Malgun Gothic"/>
              </a:rPr>
              <a:t>데스크톱 양자화 + 정량 검증  · 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프로젝트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■ 목표: Llama 3.2 11B Vision(VLM)을 4bit로 압축해 Jetson Orin Nano 8GB에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054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■ 왜 양자화? — 원본 fp16은 20GB+ → 엣지 디바이스(8GB)에 적재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■ 2단계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Phase 1 (본 발표): 데스크톱(RTX 3080 Ti)에서 양자화 + 품질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Phase 2 (후속): Jetson 실기 이식 + 온디바이스 벤치마크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73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00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C1"/>
                </a:solidFill>
                <a:latin typeface="Malgun Gothic"/>
              </a:rPr>
              <a:t>■ 비교 설계: 11B fp16 vs 11B 4bit (순수 양자화 효과) + 작은 모델 참고선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대상 모델 구조 — mllama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3</a:t>
            </a:r>
          </a:p>
        </p:txBody>
      </p:sp>
      <p:pic>
        <p:nvPicPr>
          <p:cNvPr id="5" name="Picture 4" descr="slid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29" y="1280160"/>
            <a:ext cx="9185237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Malgun Gothic"/>
              </a:rPr>
              <a:t>핵심: 텍스트 디코더(self-attn 32층 + MLP)만 4bit 양자화 / 비전 타워·cross-attn은 fp16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양자화 기법 선정 — 왜 GPTQ?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■ 후보: GPTQ vs AWQ vs SpinQuant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· 알고리즘 최강은 아님 (SpinQuant가 W4A4에서 우위)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· 그러나 우리 세팅은 W4A16 → 기법 간 격차 작음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09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47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392B"/>
                </a:solidFill>
                <a:latin typeface="Malgun Gothic"/>
              </a:rPr>
              <a:t>■ 결정적 이유: mllama(Vision) 지원 도구가 사실상 GPTQ(gptqmodel)뿐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· AutoAWQ 유지보수 중단 / SpinQuant·llm-awq는 mllama 미지원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1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486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8849"/>
                </a:solidFill>
                <a:latin typeface="Malgun Gothic"/>
              </a:rPr>
              <a:t>■ 품질은 자체 평가로 정량 검증 → 추측이 아닌 측정 기반 의사결정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Phase 1 작업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5</a:t>
            </a:r>
          </a:p>
        </p:txBody>
      </p:sp>
      <p:pic>
        <p:nvPicPr>
          <p:cNvPr id="5" name="Picture 4" descr="slid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3" y="2011680"/>
            <a:ext cx="10310648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6D7E"/>
                </a:solidFill>
                <a:latin typeface="Malgun Gothic"/>
              </a:rPr>
              <a:t>Windows + gptqmodel 7.1.0 × transformers 5.x × mllama 조합의 함정 6종을 디버깅하여 해결</a:t>
            </a:r>
          </a:p>
          <a:p>
            <a:pPr algn="ctr"/>
            <a:r>
              <a:rPr sz="1400" b="0">
                <a:solidFill>
                  <a:srgbClr val="5D6D7E"/>
                </a:solidFill>
                <a:latin typeface="Malgun Gothic"/>
              </a:rPr>
              <a:t>(pyarrow DLL segfault / module_tree 경로 / meta-tensor / triton 부재 등) → src/mllama_compat.py 로 일원화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양자화 결과 — 크기와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6</a:t>
            </a:r>
          </a:p>
        </p:txBody>
      </p:sp>
      <p:pic>
        <p:nvPicPr>
          <p:cNvPr id="5" name="Picture 4" descr="results_quan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91" y="1188720"/>
            <a:ext cx="10740513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Malgun Gothic"/>
              </a:rPr>
              <a:t>20.6GB → 11.0GB (47% 감소) · 단, Jetson 실가용(~6.5GB) 대비 초과 → 추가 축소 과제 식별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무결성 검증 (스모크 테스트)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7</a:t>
            </a:r>
          </a:p>
        </p:txBody>
      </p:sp>
      <p:pic>
        <p:nvPicPr>
          <p:cNvPr id="5" name="Picture 4" descr="results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77" y="1280160"/>
            <a:ext cx="10336341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8849"/>
                </a:solidFill>
                <a:latin typeface="Malgun Gothic"/>
              </a:rPr>
              <a:t>입력 이미지를 정확히 묘사 → 비전·cross-attn·4bit 디코더 전 경로 정상 동작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정량 검증 — Perplexity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8</a:t>
            </a:r>
          </a:p>
        </p:txBody>
      </p:sp>
      <p:pic>
        <p:nvPicPr>
          <p:cNvPr id="5" name="Picture 4" descr="results_pp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16" y="1188720"/>
            <a:ext cx="10627862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Malgun Gothic"/>
              </a:rPr>
              <a:t>동일 텍스트·동일 프로토콜로 fp16 vs 4bit 측정 → 양자화 손상도(Δ)를 정량화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핵심 발견 — 캘리브레이션 언어 불일치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392B"/>
                </a:solidFill>
                <a:latin typeface="Malgun Gothic"/>
              </a:rPr>
              <a:t>■ 결과: 한국어 손상도(+19.6%)가 영어(+7.3%)의 2.7배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■ 원인: 캘리브레이션 데이터가 영어 캡션(flickr30k)뿐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09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→ 한국어 처리 경로가 "안 쓰임"으로 분류되어 거칠게 양자화됨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47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E86C1"/>
                </a:solidFill>
                <a:latin typeface="Malgun Gothic"/>
              </a:rPr>
              <a:t>■ 문헌 근거: "Calibrating Beyond English"(2026) — 영어 단독 캘리브가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81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Malgun Gothic"/>
              </a:rPr>
              <a:t>     비영어 성능 저하, GPTQ가 특히 언어 변화에 민감 (우리 실측과 일치)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486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1558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8849"/>
                </a:solidFill>
                <a:latin typeface="Malgun Gothic"/>
              </a:rPr>
              <a:t>■ 의의: 단순 "양자화 해봤다"가 아닌 검증→발견→개선가설로 발전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① 한국어 혼합 캘리브로 재양자화 → PPL 재측정 (Δ 개선폭 확인)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054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② 양자화 커버리지 확장 (cross층 MLP 2.88GB 미양자화분) → 11GB → ~8GB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③ 한국어 VLM 벤치마크 설계 (이미지+한국어, fp16 기준선 먼저)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73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A4A"/>
                </a:solidFill>
                <a:latin typeface="Malgun Gothic"/>
              </a:rPr>
              <a:t>④ Phase 2: Jetson Orin Nano 실기 이식 + 온디바이스 실측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algun Gothic"/>
              </a:rPr>
              <a:t>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5E8F7"/>
                </a:solidFill>
                <a:latin typeface="Malgun Gothic"/>
              </a:rPr>
              <a:t>✓ 11B Vision 모델 GPTQ 4bit 양자화 완료 (20.6 → 11.0GB)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5E8F7"/>
                </a:solidFill>
                <a:latin typeface="Malgun Gothic"/>
              </a:rPr>
              <a:t>✓ Windows 환경 함정 6종 디버깅 → mllama_compat 모듈로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5E8F7"/>
                </a:solidFill>
                <a:latin typeface="Malgun Gothic"/>
              </a:rPr>
              <a:t>✓ 무결성 검증 PASS + PPL 정량 검증으로 손상도 측정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6907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5E8F7"/>
                </a:solidFill>
                <a:latin typeface="Malgun Gothic"/>
              </a:rPr>
              <a:t>✓ 한국어 손상 2.7배 발견 → 캘리브레이션 개선 가설 도출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86C1"/>
                </a:solidFill>
                <a:latin typeface="Malgun Gothic"/>
              </a:rPr>
              <a:t>→ 다음: 한국어 캘리브 재양자화 · 커버리지 확장 · Jetson 이식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